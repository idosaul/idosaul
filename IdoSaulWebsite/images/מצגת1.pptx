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BCF8D6-97D6-7CB9-2030-354957FD9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8182364-CF7A-4616-12EA-9971BF635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95F716C-8A46-E04C-7F04-00557AB6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2C6BB63-1FF2-AC69-C914-9D263CDC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996E011-805F-6534-FBEE-417C17C2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4142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162916-D624-7394-5F96-D6CC75B4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E7CAF9B-5A51-21F4-ACC4-7AF5A9010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59668BF-BF36-E903-213A-AA52EC81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1967BC0-E410-2597-E4AE-0FB4CD20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7D9ABA6-1368-537C-4443-E23C43B1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5066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F43F28-12B6-D917-EC64-A515B6C4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DFF7614-6ADA-6E8A-76FD-EE93812C7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E515079-B081-7E5F-8EEE-3A1C6A82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47ADC6-5B0D-18DD-6294-D00450C9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D39C22F-E5C3-4458-929B-0BE25546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2655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8CCDBE7-B4F5-F302-1FA0-3A049EA2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DC94C9A-847F-18A2-401B-D14C590BA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80E59C2-6577-C3A7-A63E-BDA8404BD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1F6ABFE-BD85-6AE7-AC33-7DD39E06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90DDFDA-A69E-78E5-ABEB-D458D9B93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B78B6FD-C018-D6F4-9463-E6CBDB34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87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C34DD8-23F5-B8EE-A340-135B53D6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86647B-9A7B-13CC-AA5D-FDA4B0423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C1EDCC8-C3AC-6CD3-93FF-472F60420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785EAED-21C6-D595-70E8-DA1655A30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2266597-979B-36AD-B849-0FCB62C2F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0835676-D66C-91F1-61D2-BE1CBAF3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08A47A9-B43C-2DF6-52E8-AAA20A7C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996DE48-3781-BF3C-137D-DC7D7829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17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D71115-DF53-4365-A66D-C7E03E979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D60484B-4AAE-97CF-568B-D8CA0F52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15D45B0-8BA2-043A-E320-3CB70A339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2BC852FB-A53A-9FB9-FBAB-5E34F743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471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ADA4D60-5F8D-AE28-ECF5-E9BD0AF3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72BFA5F-47C1-34E8-3B62-19C08918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B749BC8-B1DB-7B46-DC78-E18E20B57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062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AC6189-438A-3C1E-D185-816FCB33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EBBF2E-4D8B-62FA-EEF2-2FC2583E4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53F5DF6-B334-CC1D-4782-F7BE1E30B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F78E66E-1595-1C7E-2BEC-0CA5B966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EF5C105-014B-72DD-1A8F-581FA6D1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29FDB82-2BCA-1F41-915B-A11ABC8F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0470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F237E5-7988-C004-811C-559D8312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4BD8D5F-AC34-56BA-A983-262AC4C3C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8F5C434-503C-C4A9-F74C-EDDED97FC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1C31938-8185-8C63-30B0-A2BFCC11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7F89D15-F94C-B253-5F42-8AD5DCA6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E002C3E-9963-E287-A1F7-1CF5C7C9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438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F112B1-D02F-308B-BF93-253BC445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C05E6DF-2836-322D-6F8D-F056247F8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357355E-8271-B28E-A394-A91F5B4D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6E54E4-4DA8-4A18-AD4E-C706330B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12CEC3B-0EFC-BB3A-32F3-8BF21F4C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869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2DF3FA5-37E7-FEF4-849B-6CB4350BE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0416E66-2958-EFD5-0C3D-8D860E149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C87FEBD-FD62-E26D-592C-2E89FE2B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75C0FBA-5AD0-0FEA-BCA0-7C9CBCBE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9DC1D63-1462-08F0-97EC-8A889E15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434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CE94BD7-81A0-CB4F-F7CD-A7AB052EA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3FA7A46-7033-AF7C-9657-DBD1CE23B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90068CC-33FB-980F-4DCD-44A281BCF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7D541-BC8D-4FB8-A914-C6925BF98314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045FA95-FBB5-7D3F-488B-3A47091EA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344D8B2-C230-E6E4-CAA7-84E4935F5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22C3B-2102-4C1F-AF31-FB16D9594E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253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714A43DA-9944-C96C-159B-A9CFF046E066}"/>
              </a:ext>
            </a:extLst>
          </p:cNvPr>
          <p:cNvSpPr/>
          <p:nvPr/>
        </p:nvSpPr>
        <p:spPr>
          <a:xfrm>
            <a:off x="10341864" y="1401763"/>
            <a:ext cx="118872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Basketball </a:t>
            </a:r>
          </a:p>
          <a:p>
            <a:pPr algn="ctr"/>
            <a:r>
              <a:rPr lang="en-US" dirty="0"/>
              <a:t>Teams</a:t>
            </a:r>
            <a:endParaRPr lang="he-IL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D8D8BE4-F15C-FB05-22C5-C0AD741A0A6A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C:\Users\User\Source\Repos\IdoSaul\IdoSaulWebsite\images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83B812E9-5BCD-3927-8E29-CBC645C393E1}"/>
              </a:ext>
            </a:extLst>
          </p:cNvPr>
          <p:cNvSpPr/>
          <p:nvPr/>
        </p:nvSpPr>
        <p:spPr>
          <a:xfrm>
            <a:off x="10549128" y="3627438"/>
            <a:ext cx="118872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Register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0032793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</Words>
  <Application>Microsoft Office PowerPoint</Application>
  <PresentationFormat>מסך רחב</PresentationFormat>
  <Paragraphs>4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גיא בנימיני</dc:creator>
  <cp:lastModifiedBy>User</cp:lastModifiedBy>
  <cp:revision>2</cp:revision>
  <dcterms:created xsi:type="dcterms:W3CDTF">2025-12-10T08:57:06Z</dcterms:created>
  <dcterms:modified xsi:type="dcterms:W3CDTF">2026-01-14T09:55:58Z</dcterms:modified>
</cp:coreProperties>
</file>